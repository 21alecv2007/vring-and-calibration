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1" d="100"/>
          <a:sy n="141" d="100"/>
        </p:scale>
        <p:origin x="132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19982-403C-51BD-4960-9A8E177AD4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6CE333-286F-C859-8978-E82170CFC5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198A74-2706-6EDA-4C77-4CD766106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30D4B-5881-43B2-833A-CB0DA054A2C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A8AD2-8990-BF1E-48E9-120C12F3E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B584AA-FC29-4C13-444C-02EC068C9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4D59-3775-4BAE-A5CE-0AE4E6C4B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938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F9022-0A18-2183-3FBD-282DE1C91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00551-F24D-C2B7-9EA9-11FBF7F115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4EC6F-FAA9-8917-ADEC-12C9CA97E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30D4B-5881-43B2-833A-CB0DA054A2C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2355A-B045-AF69-7B6B-02DF4367D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6D114-5197-B609-6097-2E8A8ACCD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4D59-3775-4BAE-A5CE-0AE4E6C4B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392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FCADF-CC14-CFF8-C437-7D993EC20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943A46-47C2-4869-6A5B-07B63D23B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FC4189-DAB3-6887-6361-964A4EE70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30D4B-5881-43B2-833A-CB0DA054A2C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549B0-060F-2C8C-791E-456D74E78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34C1C-9F5C-155F-106B-0AAC56209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4D59-3775-4BAE-A5CE-0AE4E6C4B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282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DC14F-F70E-3933-C1EC-11C1A422C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046EB-4227-4FE7-FE23-EF376AE514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08C749-F03D-C31F-BD50-A22E2F9D35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13E3F8-044B-EEB6-27BA-1AEC7514B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30D4B-5881-43B2-833A-CB0DA054A2C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99E523-C85F-B2DC-7E87-A546A2B69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A79114-1B84-4924-32C1-27CBF9E69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4D59-3775-4BAE-A5CE-0AE4E6C4B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429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DEF4F-ADD6-5CB8-2543-6B809EF17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C29052-A4AC-5545-377C-5CC918DCF8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775A99-C733-7792-E4BE-ED1552517F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D01EE9-B94D-07ED-26C4-3340B0734F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3A8164-7C4C-AB48-1BFC-212CEC9225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F8CF13-1573-9E4B-C727-69F2AE272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30D4B-5881-43B2-833A-CB0DA054A2C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65CFAD-2B84-432F-AB6F-D9FC2F99C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B6F330-1652-CBBD-C8A2-363546DCC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4D59-3775-4BAE-A5CE-0AE4E6C4B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450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49594-7709-0EC7-1A0C-92CDBBA15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23DBF5-4C21-3F0D-EE79-89E278091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30D4B-5881-43B2-833A-CB0DA054A2C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CD8D0C-6C74-BD2C-8C21-A6280AF25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A39699-5F5C-6E8F-5F03-08D5F8962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4D59-3775-4BAE-A5CE-0AE4E6C4B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51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C2B12D-B8BD-E70C-0CB9-94EA3069F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30D4B-5881-43B2-833A-CB0DA054A2C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2936C5-9A06-9C9E-2088-F52E1774B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5234AB-BBA2-5F00-E1D6-05518FB08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4D59-3775-4BAE-A5CE-0AE4E6C4B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893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1C703-A679-4721-2624-3E7B054FB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04D2D-08F0-D748-C36A-79B269DDFC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CDC7C9-5626-0832-FBED-07051745ED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E40011-1928-CF39-3F65-C27BE2455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30D4B-5881-43B2-833A-CB0DA054A2C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87A1A4-A564-3352-B4A9-4E7F00A0D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3C1183-D605-D823-20C4-76FC0CF57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4D59-3775-4BAE-A5CE-0AE4E6C4B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008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0F5BF-5C78-4DB9-37D3-715EEA007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3D5CCC-0F4F-3CE4-D8C7-00C112E5A9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2BDE05-4CB8-3990-A97C-AFAE704190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4154D4-5EB4-E4DB-FBF4-4D41F1C4D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30D4B-5881-43B2-833A-CB0DA054A2C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81DCB-31A4-C117-0DF0-5ED77E3C3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1E22EB-D5A2-5159-51E2-D420DFB25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4D59-3775-4BAE-A5CE-0AE4E6C4B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045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6346B-196C-2F86-1328-4F6D160DA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48818F-3EC2-9802-018F-8704819FCB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704D55-4CDB-7AF0-EF7D-C6579EFB9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30D4B-5881-43B2-833A-CB0DA054A2C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DC8316-0057-18D9-B1B7-782E03F19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6CA6D8-0EF7-FE3D-5014-5319BBD89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4D59-3775-4BAE-A5CE-0AE4E6C4B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786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562290-214C-268B-2898-EC2B8624F4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AF55BB-0A1B-271F-87C2-F41EF0975B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B4D78B-1870-5366-4A1E-771D11086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30D4B-5881-43B2-833A-CB0DA054A2C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C4EC5E-D26B-03C0-481C-9AAFD32D4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21308-FD31-12BB-6705-0D5250DDD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4D59-3775-4BAE-A5CE-0AE4E6C4B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194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1ADBA7-49C3-5A80-8747-3558E4260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1423AF-05D7-7463-2AD3-D784E19D65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D0162-9838-79A4-2DD3-5E051E84D4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730D4B-5881-43B2-833A-CB0DA054A2C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AF0791-31FE-A53D-2BF2-B327ED1A67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693C4-9C1C-1E96-A457-1FB218CA38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634D59-3775-4BAE-A5CE-0AE4E6C4B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359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6CA0C-F85A-5BF9-1080-28E3A4F821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97F346-ED12-8142-78BE-59372DCE65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171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A81E37-DA76-3286-2D62-4AEEFD50FC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267" y="1469813"/>
            <a:ext cx="5666489" cy="30231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CC9F73-6AD2-949F-01AD-335D649594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510" y="1469813"/>
            <a:ext cx="4781973" cy="30711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E28926-6C54-B774-4F22-087CB00D22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4744" y="4673461"/>
            <a:ext cx="3419952" cy="1981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8185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Murithi Rukangu</dc:creator>
  <cp:lastModifiedBy>Andrew Murithi Rukangu</cp:lastModifiedBy>
  <cp:revision>1</cp:revision>
  <dcterms:created xsi:type="dcterms:W3CDTF">2026-08-16T21:15:29Z</dcterms:created>
  <dcterms:modified xsi:type="dcterms:W3CDTF">2026-08-17T03:34:45Z</dcterms:modified>
</cp:coreProperties>
</file>